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4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8B23B4-3CC2-4AC7-908D-27D723D6E2E0}" v="133" dt="2026-03-30T17:15:56.738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5" d="100"/>
          <a:sy n="75" d="100"/>
        </p:scale>
        <p:origin x="67" y="36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THATIKONDA" userId="ebbb6f827c31f5cc" providerId="LiveId" clId="{F2DDF2EC-137C-46B8-A4F7-E53684CF9C6C}"/>
    <pc:docChg chg="undo redo custSel modSld">
      <pc:chgData name="ARJUN THATIKONDA" userId="ebbb6f827c31f5cc" providerId="LiveId" clId="{F2DDF2EC-137C-46B8-A4F7-E53684CF9C6C}" dt="2026-03-30T17:12:26.423" v="254" actId="113"/>
      <pc:docMkLst>
        <pc:docMk/>
      </pc:docMkLst>
      <pc:sldChg chg="addSp delSp modSp mod delAnim">
        <pc:chgData name="ARJUN THATIKONDA" userId="ebbb6f827c31f5cc" providerId="LiveId" clId="{F2DDF2EC-137C-46B8-A4F7-E53684CF9C6C}" dt="2026-03-30T17:11:02.345" v="243" actId="1076"/>
        <pc:sldMkLst>
          <pc:docMk/>
          <pc:sldMk cId="1341901065" sldId="302"/>
        </pc:sldMkLst>
        <pc:spChg chg="add mod">
          <ac:chgData name="ARJUN THATIKONDA" userId="ebbb6f827c31f5cc" providerId="LiveId" clId="{F2DDF2EC-137C-46B8-A4F7-E53684CF9C6C}" dt="2026-03-30T17:10:31.972" v="235" actId="14100"/>
          <ac:spMkLst>
            <pc:docMk/>
            <pc:sldMk cId="1341901065" sldId="302"/>
            <ac:spMk id="3" creationId="{3664A452-9500-F480-33B2-42521060B752}"/>
          </ac:spMkLst>
        </pc:spChg>
        <pc:spChg chg="add">
          <ac:chgData name="ARJUN THATIKONDA" userId="ebbb6f827c31f5cc" providerId="LiveId" clId="{F2DDF2EC-137C-46B8-A4F7-E53684CF9C6C}" dt="2026-03-30T17:10:19.380" v="231"/>
          <ac:spMkLst>
            <pc:docMk/>
            <pc:sldMk cId="1341901065" sldId="302"/>
            <ac:spMk id="4" creationId="{F4446DE0-1EDF-F848-2A43-11092FA8024F}"/>
          </ac:spMkLst>
        </pc:spChg>
        <pc:spChg chg="add">
          <ac:chgData name="ARJUN THATIKONDA" userId="ebbb6f827c31f5cc" providerId="LiveId" clId="{F2DDF2EC-137C-46B8-A4F7-E53684CF9C6C}" dt="2026-03-30T17:10:21.841" v="232"/>
          <ac:spMkLst>
            <pc:docMk/>
            <pc:sldMk cId="1341901065" sldId="302"/>
            <ac:spMk id="5" creationId="{E8F2578F-2B97-AE25-C0C2-429302D1F0BA}"/>
          </ac:spMkLst>
        </pc:spChg>
        <pc:spChg chg="del">
          <ac:chgData name="ARJUN THATIKONDA" userId="ebbb6f827c31f5cc" providerId="LiveId" clId="{F2DDF2EC-137C-46B8-A4F7-E53684CF9C6C}" dt="2026-03-30T17:05:01.429" v="194" actId="478"/>
          <ac:spMkLst>
            <pc:docMk/>
            <pc:sldMk cId="1341901065" sldId="302"/>
            <ac:spMk id="7" creationId="{B21C28F5-3CA3-4B78-B5C9-550C00BB3174}"/>
          </ac:spMkLst>
        </pc:spChg>
        <pc:spChg chg="add mod">
          <ac:chgData name="ARJUN THATIKONDA" userId="ebbb6f827c31f5cc" providerId="LiveId" clId="{F2DDF2EC-137C-46B8-A4F7-E53684CF9C6C}" dt="2026-03-30T17:10:31.972" v="235" actId="14100"/>
          <ac:spMkLst>
            <pc:docMk/>
            <pc:sldMk cId="1341901065" sldId="302"/>
            <ac:spMk id="8" creationId="{CA8BF9A5-CAC7-C240-A890-B63BA3299A99}"/>
          </ac:spMkLst>
        </pc:spChg>
        <pc:spChg chg="add mod">
          <ac:chgData name="ARJUN THATIKONDA" userId="ebbb6f827c31f5cc" providerId="LiveId" clId="{F2DDF2EC-137C-46B8-A4F7-E53684CF9C6C}" dt="2026-03-30T17:11:02.345" v="243" actId="1076"/>
          <ac:spMkLst>
            <pc:docMk/>
            <pc:sldMk cId="1341901065" sldId="302"/>
            <ac:spMk id="10" creationId="{FF7C7570-DC3C-97BE-3A75-52BF12629554}"/>
          </ac:spMkLst>
        </pc:spChg>
      </pc:sldChg>
      <pc:sldChg chg="delSp modSp mod">
        <pc:chgData name="ARJUN THATIKONDA" userId="ebbb6f827c31f5cc" providerId="LiveId" clId="{F2DDF2EC-137C-46B8-A4F7-E53684CF9C6C}" dt="2026-03-24T11:46:22.536" v="72" actId="1076"/>
        <pc:sldMkLst>
          <pc:docMk/>
          <pc:sldMk cId="3401748718" sldId="304"/>
        </pc:sldMkLst>
        <pc:spChg chg="mod">
          <ac:chgData name="ARJUN THATIKONDA" userId="ebbb6f827c31f5cc" providerId="LiveId" clId="{F2DDF2EC-137C-46B8-A4F7-E53684CF9C6C}" dt="2026-03-24T11:46:22.536" v="72" actId="1076"/>
          <ac:spMkLst>
            <pc:docMk/>
            <pc:sldMk cId="3401748718" sldId="304"/>
            <ac:spMk id="3" creationId="{D88C20CF-C1EE-4092-B52D-FD4AB2AB2508}"/>
          </ac:spMkLst>
        </pc:spChg>
      </pc:sldChg>
      <pc:sldChg chg="addSp modSp mod">
        <pc:chgData name="ARJUN THATIKONDA" userId="ebbb6f827c31f5cc" providerId="LiveId" clId="{F2DDF2EC-137C-46B8-A4F7-E53684CF9C6C}" dt="2026-03-30T17:09:48.841" v="225" actId="1076"/>
        <pc:sldMkLst>
          <pc:docMk/>
          <pc:sldMk cId="3696770303" sldId="315"/>
        </pc:sldMkLst>
        <pc:spChg chg="add mod">
          <ac:chgData name="ARJUN THATIKONDA" userId="ebbb6f827c31f5cc" providerId="LiveId" clId="{F2DDF2EC-137C-46B8-A4F7-E53684CF9C6C}" dt="2026-03-30T17:09:48.841" v="225" actId="1076"/>
          <ac:spMkLst>
            <pc:docMk/>
            <pc:sldMk cId="3696770303" sldId="315"/>
            <ac:spMk id="2" creationId="{A6C2E65F-E2B9-3BCE-1D9C-7B26E8CC7CB3}"/>
          </ac:spMkLst>
        </pc:spChg>
        <pc:spChg chg="mod">
          <ac:chgData name="ARJUN THATIKONDA" userId="ebbb6f827c31f5cc" providerId="LiveId" clId="{F2DDF2EC-137C-46B8-A4F7-E53684CF9C6C}" dt="2026-03-30T17:08:49.746" v="208" actId="20577"/>
          <ac:spMkLst>
            <pc:docMk/>
            <pc:sldMk cId="3696770303" sldId="315"/>
            <ac:spMk id="3" creationId="{EBF2FBC7-3552-4F01-BB27-8BEEE74F7277}"/>
          </ac:spMkLst>
        </pc:spChg>
      </pc:sldChg>
      <pc:sldChg chg="modSp mod modAnim">
        <pc:chgData name="ARJUN THATIKONDA" userId="ebbb6f827c31f5cc" providerId="LiveId" clId="{F2DDF2EC-137C-46B8-A4F7-E53684CF9C6C}" dt="2026-03-30T17:08:44.181" v="207" actId="403"/>
        <pc:sldMkLst>
          <pc:docMk/>
          <pc:sldMk cId="3098548442" sldId="327"/>
        </pc:sldMkLst>
        <pc:spChg chg="mod">
          <ac:chgData name="ARJUN THATIKONDA" userId="ebbb6f827c31f5cc" providerId="LiveId" clId="{F2DDF2EC-137C-46B8-A4F7-E53684CF9C6C}" dt="2026-03-30T17:08:44.181" v="207" actId="403"/>
          <ac:spMkLst>
            <pc:docMk/>
            <pc:sldMk cId="3098548442" sldId="327"/>
            <ac:spMk id="2" creationId="{E46E4DD1-270B-4C80-AFF0-EB26F132AF36}"/>
          </ac:spMkLst>
        </pc:spChg>
      </pc:sldChg>
      <pc:sldChg chg="addSp delSp modSp mod modAnim">
        <pc:chgData name="ARJUN THATIKONDA" userId="ebbb6f827c31f5cc" providerId="LiveId" clId="{F2DDF2EC-137C-46B8-A4F7-E53684CF9C6C}" dt="2026-03-30T17:12:26.423" v="254" actId="113"/>
        <pc:sldMkLst>
          <pc:docMk/>
          <pc:sldMk cId="48075006" sldId="329"/>
        </pc:sldMkLst>
        <pc:spChg chg="add del mod">
          <ac:chgData name="ARJUN THATIKONDA" userId="ebbb6f827c31f5cc" providerId="LiveId" clId="{F2DDF2EC-137C-46B8-A4F7-E53684CF9C6C}" dt="2026-03-30T17:09:54.060" v="227"/>
          <ac:spMkLst>
            <pc:docMk/>
            <pc:sldMk cId="48075006" sldId="329"/>
            <ac:spMk id="2" creationId="{664E3B60-2780-459A-8583-F095D5E7463A}"/>
          </ac:spMkLst>
        </pc:spChg>
        <pc:spChg chg="add mod">
          <ac:chgData name="ARJUN THATIKONDA" userId="ebbb6f827c31f5cc" providerId="LiveId" clId="{F2DDF2EC-137C-46B8-A4F7-E53684CF9C6C}" dt="2026-03-30T17:09:45.042" v="220"/>
          <ac:spMkLst>
            <pc:docMk/>
            <pc:sldMk cId="48075006" sldId="329"/>
            <ac:spMk id="3" creationId="{7DA1A683-56A0-246A-C0EE-F88CED63AE57}"/>
          </ac:spMkLst>
        </pc:spChg>
        <pc:spChg chg="add mod">
          <ac:chgData name="ARJUN THATIKONDA" userId="ebbb6f827c31f5cc" providerId="LiveId" clId="{F2DDF2EC-137C-46B8-A4F7-E53684CF9C6C}" dt="2026-03-30T17:12:26.423" v="254" actId="113"/>
          <ac:spMkLst>
            <pc:docMk/>
            <pc:sldMk cId="48075006" sldId="329"/>
            <ac:spMk id="5" creationId="{7FE003A9-89CD-8863-8ADA-A273601CEEF4}"/>
          </ac:spMkLst>
        </pc:spChg>
      </pc:sldChg>
      <pc:sldChg chg="addSp modSp mod">
        <pc:chgData name="ARJUN THATIKONDA" userId="ebbb6f827c31f5cc" providerId="LiveId" clId="{F2DDF2EC-137C-46B8-A4F7-E53684CF9C6C}" dt="2026-03-30T16:42:27.970" v="175" actId="20577"/>
        <pc:sldMkLst>
          <pc:docMk/>
          <pc:sldMk cId="1604013440" sldId="338"/>
        </pc:sldMkLst>
        <pc:spChg chg="mod">
          <ac:chgData name="ARJUN THATIKONDA" userId="ebbb6f827c31f5cc" providerId="LiveId" clId="{F2DDF2EC-137C-46B8-A4F7-E53684CF9C6C}" dt="2026-03-24T13:14:11.091" v="120" actId="1076"/>
          <ac:spMkLst>
            <pc:docMk/>
            <pc:sldMk cId="1604013440" sldId="338"/>
            <ac:spMk id="2" creationId="{7201737A-B873-4D1D-8A41-5ABF5184BC8F}"/>
          </ac:spMkLst>
        </pc:spChg>
        <pc:spChg chg="add mod">
          <ac:chgData name="ARJUN THATIKONDA" userId="ebbb6f827c31f5cc" providerId="LiveId" clId="{F2DDF2EC-137C-46B8-A4F7-E53684CF9C6C}" dt="2026-03-24T13:23:09.259" v="171" actId="404"/>
          <ac:spMkLst>
            <pc:docMk/>
            <pc:sldMk cId="1604013440" sldId="338"/>
            <ac:spMk id="3" creationId="{035BDB7C-9171-7977-78A1-B408E003A7E0}"/>
          </ac:spMkLst>
        </pc:spChg>
        <pc:spChg chg="mod">
          <ac:chgData name="ARJUN THATIKONDA" userId="ebbb6f827c31f5cc" providerId="LiveId" clId="{F2DDF2EC-137C-46B8-A4F7-E53684CF9C6C}" dt="2026-03-30T16:42:27.970" v="175" actId="20577"/>
          <ac:spMkLst>
            <pc:docMk/>
            <pc:sldMk cId="1604013440" sldId="338"/>
            <ac:spMk id="4" creationId="{92056599-CDAA-4367-BEF8-31D6E32518C8}"/>
          </ac:spMkLst>
        </pc:spChg>
        <pc:spChg chg="mod">
          <ac:chgData name="ARJUN THATIKONDA" userId="ebbb6f827c31f5cc" providerId="LiveId" clId="{F2DDF2EC-137C-46B8-A4F7-E53684CF9C6C}" dt="2026-03-24T13:14:19.093" v="121" actId="1076"/>
          <ac:spMkLst>
            <pc:docMk/>
            <pc:sldMk cId="1604013440" sldId="338"/>
            <ac:spMk id="9" creationId="{7201737A-B873-4D1D-8A41-5ABF5184BC8F}"/>
          </ac:spMkLst>
        </pc:spChg>
      </pc:sldChg>
      <pc:sldChg chg="addSp delSp modSp mod delAnim">
        <pc:chgData name="ARJUN THATIKONDA" userId="ebbb6f827c31f5cc" providerId="LiveId" clId="{F2DDF2EC-137C-46B8-A4F7-E53684CF9C6C}" dt="2026-03-30T17:01:53.653" v="183" actId="1076"/>
        <pc:sldMkLst>
          <pc:docMk/>
          <pc:sldMk cId="1086225493" sldId="339"/>
        </pc:sldMkLst>
        <pc:spChg chg="mod">
          <ac:chgData name="ARJUN THATIKONDA" userId="ebbb6f827c31f5cc" providerId="LiveId" clId="{F2DDF2EC-137C-46B8-A4F7-E53684CF9C6C}" dt="2026-03-30T16:57:32.023" v="176" actId="3626"/>
          <ac:spMkLst>
            <pc:docMk/>
            <pc:sldMk cId="1086225493" sldId="339"/>
            <ac:spMk id="9" creationId="{E25373E9-1A26-4A40-9897-E42DE485D8E3}"/>
          </ac:spMkLst>
        </pc:spChg>
        <pc:spChg chg="del">
          <ac:chgData name="ARJUN THATIKONDA" userId="ebbb6f827c31f5cc" providerId="LiveId" clId="{F2DDF2EC-137C-46B8-A4F7-E53684CF9C6C}" dt="2026-03-30T17:01:42.908" v="180" actId="478"/>
          <ac:spMkLst>
            <pc:docMk/>
            <pc:sldMk cId="1086225493" sldId="339"/>
            <ac:spMk id="10" creationId="{B19D8AC7-3787-4ADB-9212-0808F015C2DD}"/>
          </ac:spMkLst>
        </pc:spChg>
        <pc:spChg chg="add del mod">
          <ac:chgData name="ARJUN THATIKONDA" userId="ebbb6f827c31f5cc" providerId="LiveId" clId="{F2DDF2EC-137C-46B8-A4F7-E53684CF9C6C}" dt="2026-03-30T17:01:46.758" v="181" actId="478"/>
          <ac:spMkLst>
            <pc:docMk/>
            <pc:sldMk cId="1086225493" sldId="339"/>
            <ac:spMk id="11" creationId="{9C813FA2-7435-6011-9B7F-2FAC02A05E0D}"/>
          </ac:spMkLst>
        </pc:spChg>
        <pc:picChg chg="add mod">
          <ac:chgData name="ARJUN THATIKONDA" userId="ebbb6f827c31f5cc" providerId="LiveId" clId="{F2DDF2EC-137C-46B8-A4F7-E53684CF9C6C}" dt="2026-03-30T17:01:53.653" v="183" actId="1076"/>
          <ac:picMkLst>
            <pc:docMk/>
            <pc:sldMk cId="1086225493" sldId="339"/>
            <ac:picMk id="3" creationId="{EA2072BA-34F6-495E-A226-72B438AC458A}"/>
          </ac:picMkLst>
        </pc:picChg>
      </pc:sldChg>
      <pc:sldChg chg="addSp delSp modSp mod delAnim">
        <pc:chgData name="ARJUN THATIKONDA" userId="ebbb6f827c31f5cc" providerId="LiveId" clId="{F2DDF2EC-137C-46B8-A4F7-E53684CF9C6C}" dt="2026-03-30T17:03:33.129" v="193" actId="1076"/>
        <pc:sldMkLst>
          <pc:docMk/>
          <pc:sldMk cId="2891153743" sldId="340"/>
        </pc:sldMkLst>
        <pc:spChg chg="add del mod">
          <ac:chgData name="ARJUN THATIKONDA" userId="ebbb6f827c31f5cc" providerId="LiveId" clId="{F2DDF2EC-137C-46B8-A4F7-E53684CF9C6C}" dt="2026-03-30T17:03:12.281" v="187" actId="478"/>
          <ac:spMkLst>
            <pc:docMk/>
            <pc:sldMk cId="2891153743" sldId="340"/>
            <ac:spMk id="3" creationId="{CB212241-5FCA-76A6-AA8E-524D4A9F4323}"/>
          </ac:spMkLst>
        </pc:spChg>
        <pc:spChg chg="del">
          <ac:chgData name="ARJUN THATIKONDA" userId="ebbb6f827c31f5cc" providerId="LiveId" clId="{F2DDF2EC-137C-46B8-A4F7-E53684CF9C6C}" dt="2026-03-30T17:03:09.900" v="186" actId="478"/>
          <ac:spMkLst>
            <pc:docMk/>
            <pc:sldMk cId="2891153743" sldId="340"/>
            <ac:spMk id="10" creationId="{B19D8AC7-3787-4ADB-9212-0808F015C2DD}"/>
          </ac:spMkLst>
        </pc:spChg>
        <pc:picChg chg="add mod">
          <ac:chgData name="ARJUN THATIKONDA" userId="ebbb6f827c31f5cc" providerId="LiveId" clId="{F2DDF2EC-137C-46B8-A4F7-E53684CF9C6C}" dt="2026-03-30T17:03:33.129" v="193" actId="1076"/>
          <ac:picMkLst>
            <pc:docMk/>
            <pc:sldMk cId="2891153743" sldId="340"/>
            <ac:picMk id="11" creationId="{FE5EABB7-FD02-CAA6-0C69-EEAA60E20AC4}"/>
          </ac:picMkLst>
        </pc:picChg>
      </pc:sldChg>
      <pc:sldChg chg="addSp delSp modSp mod">
        <pc:chgData name="ARJUN THATIKONDA" userId="ebbb6f827c31f5cc" providerId="LiveId" clId="{F2DDF2EC-137C-46B8-A4F7-E53684CF9C6C}" dt="2026-03-24T11:43:44.645" v="54" actId="1036"/>
        <pc:sldMkLst>
          <pc:docMk/>
          <pc:sldMk cId="1859795686" sldId="341"/>
        </pc:sldMkLst>
        <pc:picChg chg="add mod">
          <ac:chgData name="ARJUN THATIKONDA" userId="ebbb6f827c31f5cc" providerId="LiveId" clId="{F2DDF2EC-137C-46B8-A4F7-E53684CF9C6C}" dt="2026-03-24T11:43:44.645" v="54" actId="1036"/>
          <ac:picMkLst>
            <pc:docMk/>
            <pc:sldMk cId="1859795686" sldId="341"/>
            <ac:picMk id="4" creationId="{A003002A-3A67-214D-02B0-D15F3562EDD7}"/>
          </ac:picMkLst>
        </pc:picChg>
      </pc:sldChg>
      <pc:sldChg chg="addSp modSp mod">
        <pc:chgData name="ARJUN THATIKONDA" userId="ebbb6f827c31f5cc" providerId="LiveId" clId="{F2DDF2EC-137C-46B8-A4F7-E53684CF9C6C}" dt="2026-03-24T11:42:09.779" v="38" actId="1076"/>
        <pc:sldMkLst>
          <pc:docMk/>
          <pc:sldMk cId="2754512327" sldId="342"/>
        </pc:sldMkLst>
        <pc:picChg chg="add mod">
          <ac:chgData name="ARJUN THATIKONDA" userId="ebbb6f827c31f5cc" providerId="LiveId" clId="{F2DDF2EC-137C-46B8-A4F7-E53684CF9C6C}" dt="2026-03-24T11:42:09.779" v="38" actId="1076"/>
          <ac:picMkLst>
            <pc:docMk/>
            <pc:sldMk cId="2754512327" sldId="342"/>
            <ac:picMk id="3" creationId="{B8745A8D-2004-DED9-9CDC-A2BB92BD647E}"/>
          </ac:picMkLst>
        </pc:picChg>
      </pc:sldChg>
      <pc:sldChg chg="addSp delSp modSp mod">
        <pc:chgData name="ARJUN THATIKONDA" userId="ebbb6f827c31f5cc" providerId="LiveId" clId="{F2DDF2EC-137C-46B8-A4F7-E53684CF9C6C}" dt="2026-03-30T17:02:15.314" v="185" actId="14100"/>
        <pc:sldMkLst>
          <pc:docMk/>
          <pc:sldMk cId="3563231086" sldId="344"/>
        </pc:sldMkLst>
        <pc:spChg chg="add mod">
          <ac:chgData name="ARJUN THATIKONDA" userId="ebbb6f827c31f5cc" providerId="LiveId" clId="{F2DDF2EC-137C-46B8-A4F7-E53684CF9C6C}" dt="2026-03-30T17:02:15.314" v="185" actId="14100"/>
          <ac:spMkLst>
            <pc:docMk/>
            <pc:sldMk cId="3563231086" sldId="344"/>
            <ac:spMk id="7" creationId="{774046E4-16F7-5A6C-1DD0-EBD06903E6E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3/30/2026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3/30/2026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JUN1675/Network-Port-Scanner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JUN1675/Network-Port-Scanner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JUN1675/Network-Port-Scanner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79040" y="2954300"/>
            <a:ext cx="5667524" cy="861497"/>
          </a:xfrm>
        </p:spPr>
        <p:txBody>
          <a:bodyPr>
            <a:noAutofit/>
          </a:bodyPr>
          <a:lstStyle/>
          <a:p>
            <a:r>
              <a:rPr lang="en-US" sz="2800" b="0" dirty="0">
                <a:solidFill>
                  <a:schemeClr val="tx1"/>
                </a:solidFill>
              </a:rPr>
              <a:t>Student Name: </a:t>
            </a:r>
            <a:r>
              <a:rPr lang="en-US" sz="2800" b="0" dirty="0" err="1">
                <a:solidFill>
                  <a:schemeClr val="tx1"/>
                </a:solidFill>
              </a:rPr>
              <a:t>Thatikonda</a:t>
            </a:r>
            <a:r>
              <a:rPr lang="en-US" sz="2800" b="0" dirty="0">
                <a:solidFill>
                  <a:schemeClr val="tx1"/>
                </a:solidFill>
              </a:rPr>
              <a:t> Arjun</a:t>
            </a:r>
            <a:endParaRPr lang="en-IN" sz="28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9040" y="2195054"/>
            <a:ext cx="8690311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– Network Port Scanner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2479040" y="3681949"/>
            <a:ext cx="7769812" cy="861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chemeClr val="tx1"/>
                </a:solidFill>
              </a:rPr>
              <a:t>AICTE ID: </a:t>
            </a:r>
            <a:r>
              <a:rPr lang="en-IN" sz="2800" b="0" dirty="0">
                <a:solidFill>
                  <a:schemeClr val="tx1"/>
                </a:solidFill>
              </a:rPr>
              <a:t>STU68edc85df2a941760413789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5BDB7C-9171-7977-78A1-B408E003A7E0}"/>
              </a:ext>
            </a:extLst>
          </p:cNvPr>
          <p:cNvSpPr txBox="1"/>
          <p:nvPr/>
        </p:nvSpPr>
        <p:spPr>
          <a:xfrm>
            <a:off x="2479040" y="4339759"/>
            <a:ext cx="6929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College Name – GITAM University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Manual network auditing is slow and prone to oversight, leaving systems vulnerable to exploitation due to a lack of rapid, automated visibility into open ports and services.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C2E65F-E2B9-3BCE-1D9C-7B26E8CC7CB3}"/>
              </a:ext>
            </a:extLst>
          </p:cNvPr>
          <p:cNvSpPr txBox="1"/>
          <p:nvPr/>
        </p:nvSpPr>
        <p:spPr>
          <a:xfrm>
            <a:off x="1463040" y="2509521"/>
            <a:ext cx="8280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Network Port Scanner is a Python-based desktop application with a GUI that allows users to scan a target IP address or hostname for open TCP ports within a user-defined range. It connects to each port in the range, identifies open ones, and generates a detailed Port Scan Analysis Report — including the service name, protocol, and security implications of each open port. The tool also features a real-time progress bar, elapsed time tracking, and a stop function for user control.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FE003A9-89CD-8863-8ADA-A273601CEEF4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495283" y="2035831"/>
            <a:ext cx="1017079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Administrators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audit and monitor their infrastructure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Students &amp; Researchers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learning and ethical hacking practice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Penetration Testers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perform reconnaissance during authorized security assessments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Support Teams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troubleshoot connectivity and service availability issues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Administrators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verify firewall rules and exposed services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 (Security Operations Center) Analysts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to detect unauthorized or suspicious open ports during incident investigation and continuous network threat monitoring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F7C7570-DC3C-97BE-3A75-52BF12629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99" y="1628430"/>
            <a:ext cx="1030224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Core programming language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GUI framework for the desktop interface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Socket library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TCP connection attempts and port probing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run scans concurrently without freezing the UI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Analysis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generating the Port Scan Analysis Report with security insights 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>
                <a:hlinkClick r:id="rId3"/>
              </a:rPr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/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2072BA-34F6-495E-A226-72B438AC4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762" y="1252676"/>
            <a:ext cx="6897170" cy="523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5EABB7-FD02-CAA6-0C69-EEAA60E20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290" y="482600"/>
            <a:ext cx="7061749" cy="618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03002A-3A67-214D-02B0-D15F3562E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108" y="1259840"/>
            <a:ext cx="7270336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745A8D-2004-DED9-9CDC-A2BB92BD6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069" y="1223186"/>
            <a:ext cx="7274452" cy="514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GitHub 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046E4-16F7-5A6C-1DD0-EBD06903E6EF}"/>
              </a:ext>
            </a:extLst>
          </p:cNvPr>
          <p:cNvSpPr txBox="1"/>
          <p:nvPr/>
        </p:nvSpPr>
        <p:spPr>
          <a:xfrm>
            <a:off x="459739" y="1679694"/>
            <a:ext cx="81309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hlinkClick r:id="rId2"/>
              </a:rPr>
              <a:t>ARJUN1675/Network-Port-Scanner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00" y="2728886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72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16c05727-aa75-4e4a-9b5f-8a80a1165891"/>
    <ds:schemaRef ds:uri="http://purl.org/dc/dcmitype/"/>
    <ds:schemaRef ds:uri="71af3243-3dd4-4a8d-8c0d-dd76da1f02a5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694</TotalTime>
  <Words>306</Words>
  <Application>Microsoft Office PowerPoint</Application>
  <PresentationFormat>Widescreen</PresentationFormat>
  <Paragraphs>34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Project Title – Network Port Scanner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ARJUN THATIKONDA</cp:lastModifiedBy>
  <cp:revision>77</cp:revision>
  <cp:lastPrinted>2026-03-30T17:05:31Z</cp:lastPrinted>
  <dcterms:created xsi:type="dcterms:W3CDTF">2021-07-11T13:13:15Z</dcterms:created>
  <dcterms:modified xsi:type="dcterms:W3CDTF">2026-03-30T17:16:07Z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